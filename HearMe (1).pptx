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embers" id="{1E35AF1C-C41E-41E4-93E1-A9ADBDD7B79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1561FB-8FF2-4C7D-A518-47E70C25B2B3}" v="109" dt="2026-01-29T21:31:34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av Singh" userId="65934f62ad710daa" providerId="LiveId" clId="{2BA39E23-D548-401C-8778-062A2D4F109D}"/>
    <pc:docChg chg="undo custSel addSld delSld modSld modSection">
      <pc:chgData name="Tanav Singh" userId="65934f62ad710daa" providerId="LiveId" clId="{2BA39E23-D548-401C-8778-062A2D4F109D}" dt="2026-01-29T21:31:41.816" v="541" actId="14100"/>
      <pc:docMkLst>
        <pc:docMk/>
      </pc:docMkLst>
      <pc:sldChg chg="addSp delSp modSp mod">
        <pc:chgData name="Tanav Singh" userId="65934f62ad710daa" providerId="LiveId" clId="{2BA39E23-D548-401C-8778-062A2D4F109D}" dt="2026-01-29T21:24:28.857" v="533" actId="1076"/>
        <pc:sldMkLst>
          <pc:docMk/>
          <pc:sldMk cId="1303788608" sldId="257"/>
        </pc:sldMkLst>
        <pc:spChg chg="mod">
          <ac:chgData name="Tanav Singh" userId="65934f62ad710daa" providerId="LiveId" clId="{2BA39E23-D548-401C-8778-062A2D4F109D}" dt="2026-01-29T21:24:28.857" v="533" actId="1076"/>
          <ac:spMkLst>
            <pc:docMk/>
            <pc:sldMk cId="1303788608" sldId="257"/>
            <ac:spMk id="5" creationId="{600BB8B8-01CF-304F-4C90-1B1DCC09C034}"/>
          </ac:spMkLst>
        </pc:spChg>
        <pc:picChg chg="add del mod">
          <ac:chgData name="Tanav Singh" userId="65934f62ad710daa" providerId="LiveId" clId="{2BA39E23-D548-401C-8778-062A2D4F109D}" dt="2026-01-29T21:24:22.037" v="532" actId="21"/>
          <ac:picMkLst>
            <pc:docMk/>
            <pc:sldMk cId="1303788608" sldId="257"/>
            <ac:picMk id="3" creationId="{B9D29365-CFE5-5B4E-8231-B780ACAF04E8}"/>
          </ac:picMkLst>
        </pc:picChg>
      </pc:sldChg>
      <pc:sldChg chg="addSp modSp mod">
        <pc:chgData name="Tanav Singh" userId="65934f62ad710daa" providerId="LiveId" clId="{2BA39E23-D548-401C-8778-062A2D4F109D}" dt="2026-01-29T21:08:45.201" v="350" actId="1076"/>
        <pc:sldMkLst>
          <pc:docMk/>
          <pc:sldMk cId="1497852829" sldId="259"/>
        </pc:sldMkLst>
        <pc:spChg chg="add mod">
          <ac:chgData name="Tanav Singh" userId="65934f62ad710daa" providerId="LiveId" clId="{2BA39E23-D548-401C-8778-062A2D4F109D}" dt="2026-01-29T21:07:21.725" v="345" actId="14100"/>
          <ac:spMkLst>
            <pc:docMk/>
            <pc:sldMk cId="1497852829" sldId="259"/>
            <ac:spMk id="4" creationId="{02C3B5C1-AC41-33B6-22FD-4A57EF49BD1F}"/>
          </ac:spMkLst>
        </pc:spChg>
        <pc:spChg chg="add mod">
          <ac:chgData name="Tanav Singh" userId="65934f62ad710daa" providerId="LiveId" clId="{2BA39E23-D548-401C-8778-062A2D4F109D}" dt="2026-01-29T21:07:42.604" v="348" actId="14100"/>
          <ac:spMkLst>
            <pc:docMk/>
            <pc:sldMk cId="1497852829" sldId="259"/>
            <ac:spMk id="5" creationId="{7C5CFCD2-CBFB-6EB2-A7B7-F67598119A82}"/>
          </ac:spMkLst>
        </pc:spChg>
        <pc:picChg chg="add mod">
          <ac:chgData name="Tanav Singh" userId="65934f62ad710daa" providerId="LiveId" clId="{2BA39E23-D548-401C-8778-062A2D4F109D}" dt="2026-01-29T21:08:45.201" v="350" actId="1076"/>
          <ac:picMkLst>
            <pc:docMk/>
            <pc:sldMk cId="1497852829" sldId="259"/>
            <ac:picMk id="7" creationId="{160453B6-CD80-09A4-1429-671E74BB9086}"/>
          </ac:picMkLst>
        </pc:picChg>
      </pc:sldChg>
      <pc:sldChg chg="addSp delSp modSp mod">
        <pc:chgData name="Tanav Singh" userId="65934f62ad710daa" providerId="LiveId" clId="{2BA39E23-D548-401C-8778-062A2D4F109D}" dt="2026-01-29T21:02:36.137" v="339" actId="14100"/>
        <pc:sldMkLst>
          <pc:docMk/>
          <pc:sldMk cId="3462406442" sldId="260"/>
        </pc:sldMkLst>
        <pc:spChg chg="mod">
          <ac:chgData name="Tanav Singh" userId="65934f62ad710daa" providerId="LiveId" clId="{2BA39E23-D548-401C-8778-062A2D4F109D}" dt="2026-01-29T20:38:24.662" v="38" actId="14100"/>
          <ac:spMkLst>
            <pc:docMk/>
            <pc:sldMk cId="3462406442" sldId="260"/>
            <ac:spMk id="3" creationId="{850CDC2D-3C6B-5E1C-8625-C9597627E5A7}"/>
          </ac:spMkLst>
        </pc:spChg>
        <pc:picChg chg="add del mod">
          <ac:chgData name="Tanav Singh" userId="65934f62ad710daa" providerId="LiveId" clId="{2BA39E23-D548-401C-8778-062A2D4F109D}" dt="2026-01-29T20:53:46.092" v="326" actId="478"/>
          <ac:picMkLst>
            <pc:docMk/>
            <pc:sldMk cId="3462406442" sldId="260"/>
            <ac:picMk id="5" creationId="{21AA0CC7-8ABE-A2E5-DC35-5A13B889976D}"/>
          </ac:picMkLst>
        </pc:picChg>
        <pc:picChg chg="add del">
          <ac:chgData name="Tanav Singh" userId="65934f62ad710daa" providerId="LiveId" clId="{2BA39E23-D548-401C-8778-062A2D4F109D}" dt="2026-01-29T21:01:51.412" v="332" actId="22"/>
          <ac:picMkLst>
            <pc:docMk/>
            <pc:sldMk cId="3462406442" sldId="260"/>
            <ac:picMk id="5" creationId="{9C5A7CAD-5301-543F-638F-A8DF937442BF}"/>
          </ac:picMkLst>
        </pc:picChg>
        <pc:picChg chg="add mod">
          <ac:chgData name="Tanav Singh" userId="65934f62ad710daa" providerId="LiveId" clId="{2BA39E23-D548-401C-8778-062A2D4F109D}" dt="2026-01-29T21:02:36.137" v="339" actId="14100"/>
          <ac:picMkLst>
            <pc:docMk/>
            <pc:sldMk cId="3462406442" sldId="260"/>
            <ac:picMk id="7" creationId="{4126771C-F61C-7DF7-23CA-6AC18C8861EB}"/>
          </ac:picMkLst>
        </pc:picChg>
        <pc:picChg chg="add del mod">
          <ac:chgData name="Tanav Singh" userId="65934f62ad710daa" providerId="LiveId" clId="{2BA39E23-D548-401C-8778-062A2D4F109D}" dt="2026-01-29T20:49:08.413" v="311" actId="22"/>
          <ac:picMkLst>
            <pc:docMk/>
            <pc:sldMk cId="3462406442" sldId="260"/>
            <ac:picMk id="7" creationId="{5AD4960E-676C-78CD-016D-EFD3FC35855F}"/>
          </ac:picMkLst>
        </pc:picChg>
        <pc:picChg chg="add del mod">
          <ac:chgData name="Tanav Singh" userId="65934f62ad710daa" providerId="LiveId" clId="{2BA39E23-D548-401C-8778-062A2D4F109D}" dt="2026-01-29T20:54:04.843" v="330" actId="21"/>
          <ac:picMkLst>
            <pc:docMk/>
            <pc:sldMk cId="3462406442" sldId="260"/>
            <ac:picMk id="9" creationId="{D83C41F1-AD9F-EC59-C1F5-B91EB22E1DCB}"/>
          </ac:picMkLst>
        </pc:picChg>
      </pc:sldChg>
      <pc:sldChg chg="addSp delSp modSp mod">
        <pc:chgData name="Tanav Singh" userId="65934f62ad710daa" providerId="LiveId" clId="{2BA39E23-D548-401C-8778-062A2D4F109D}" dt="2026-01-29T21:19:33.691" v="399" actId="1076"/>
        <pc:sldMkLst>
          <pc:docMk/>
          <pc:sldMk cId="2326270483" sldId="261"/>
        </pc:sldMkLst>
        <pc:spChg chg="del mod">
          <ac:chgData name="Tanav Singh" userId="65934f62ad710daa" providerId="LiveId" clId="{2BA39E23-D548-401C-8778-062A2D4F109D}" dt="2026-01-29T21:18:18.813" v="389" actId="21"/>
          <ac:spMkLst>
            <pc:docMk/>
            <pc:sldMk cId="2326270483" sldId="261"/>
            <ac:spMk id="4" creationId="{B1D2C118-2D27-B8B9-643C-EE4D4DAC80C2}"/>
          </ac:spMkLst>
        </pc:spChg>
        <pc:graphicFrameChg chg="add mod modGraphic">
          <ac:chgData name="Tanav Singh" userId="65934f62ad710daa" providerId="LiveId" clId="{2BA39E23-D548-401C-8778-062A2D4F109D}" dt="2026-01-29T21:19:33.691" v="399" actId="1076"/>
          <ac:graphicFrameMkLst>
            <pc:docMk/>
            <pc:sldMk cId="2326270483" sldId="261"/>
            <ac:graphicFrameMk id="7" creationId="{5BC4AC28-F2A2-CD16-0FDE-256B4247520F}"/>
          </ac:graphicFrameMkLst>
        </pc:graphicFrameChg>
      </pc:sldChg>
      <pc:sldChg chg="addSp modSp mod">
        <pc:chgData name="Tanav Singh" userId="65934f62ad710daa" providerId="LiveId" clId="{2BA39E23-D548-401C-8778-062A2D4F109D}" dt="2026-01-29T21:21:41.794" v="404" actId="14100"/>
        <pc:sldMkLst>
          <pc:docMk/>
          <pc:sldMk cId="2168500892" sldId="262"/>
        </pc:sldMkLst>
        <pc:picChg chg="add mod">
          <ac:chgData name="Tanav Singh" userId="65934f62ad710daa" providerId="LiveId" clId="{2BA39E23-D548-401C-8778-062A2D4F109D}" dt="2026-01-29T21:21:41.794" v="404" actId="14100"/>
          <ac:picMkLst>
            <pc:docMk/>
            <pc:sldMk cId="2168500892" sldId="262"/>
            <ac:picMk id="5" creationId="{F79DD8BC-B5C6-1F29-D2D6-01DDF7A3B52D}"/>
          </ac:picMkLst>
        </pc:picChg>
      </pc:sldChg>
      <pc:sldChg chg="addSp modSp mod">
        <pc:chgData name="Tanav Singh" userId="65934f62ad710daa" providerId="LiveId" clId="{2BA39E23-D548-401C-8778-062A2D4F109D}" dt="2026-01-29T21:27:55.398" v="538" actId="14100"/>
        <pc:sldMkLst>
          <pc:docMk/>
          <pc:sldMk cId="2235279969" sldId="263"/>
        </pc:sldMkLst>
        <pc:spChg chg="mod">
          <ac:chgData name="Tanav Singh" userId="65934f62ad710daa" providerId="LiveId" clId="{2BA39E23-D548-401C-8778-062A2D4F109D}" dt="2026-01-29T21:27:50.357" v="537" actId="1076"/>
          <ac:spMkLst>
            <pc:docMk/>
            <pc:sldMk cId="2235279969" sldId="263"/>
            <ac:spMk id="3" creationId="{803B1912-4294-FB48-AEEB-26D129E70932}"/>
          </ac:spMkLst>
        </pc:spChg>
        <pc:picChg chg="add mod">
          <ac:chgData name="Tanav Singh" userId="65934f62ad710daa" providerId="LiveId" clId="{2BA39E23-D548-401C-8778-062A2D4F109D}" dt="2026-01-29T21:27:55.398" v="538" actId="14100"/>
          <ac:picMkLst>
            <pc:docMk/>
            <pc:sldMk cId="2235279969" sldId="263"/>
            <ac:picMk id="5" creationId="{7849352B-829B-2F76-2F71-461C59F363B5}"/>
          </ac:picMkLst>
        </pc:picChg>
      </pc:sldChg>
      <pc:sldChg chg="addSp modSp mod">
        <pc:chgData name="Tanav Singh" userId="65934f62ad710daa" providerId="LiveId" clId="{2BA39E23-D548-401C-8778-062A2D4F109D}" dt="2026-01-29T21:31:41.816" v="541" actId="14100"/>
        <pc:sldMkLst>
          <pc:docMk/>
          <pc:sldMk cId="2318360992" sldId="264"/>
        </pc:sldMkLst>
        <pc:spChg chg="mod">
          <ac:chgData name="Tanav Singh" userId="65934f62ad710daa" providerId="LiveId" clId="{2BA39E23-D548-401C-8778-062A2D4F109D}" dt="2026-01-29T15:39:08.212" v="0" actId="113"/>
          <ac:spMkLst>
            <pc:docMk/>
            <pc:sldMk cId="2318360992" sldId="264"/>
            <ac:spMk id="2" creationId="{9972135F-530F-7973-8069-B94452F0E3B2}"/>
          </ac:spMkLst>
        </pc:spChg>
        <pc:spChg chg="mod">
          <ac:chgData name="Tanav Singh" userId="65934f62ad710daa" providerId="LiveId" clId="{2BA39E23-D548-401C-8778-062A2D4F109D}" dt="2026-01-29T21:23:01.239" v="496" actId="20577"/>
          <ac:spMkLst>
            <pc:docMk/>
            <pc:sldMk cId="2318360992" sldId="264"/>
            <ac:spMk id="4" creationId="{4C492777-1687-D939-D4D1-5219D7F6C651}"/>
          </ac:spMkLst>
        </pc:spChg>
        <pc:picChg chg="add mod">
          <ac:chgData name="Tanav Singh" userId="65934f62ad710daa" providerId="LiveId" clId="{2BA39E23-D548-401C-8778-062A2D4F109D}" dt="2026-01-29T21:31:41.816" v="541" actId="14100"/>
          <ac:picMkLst>
            <pc:docMk/>
            <pc:sldMk cId="2318360992" sldId="264"/>
            <ac:picMk id="6" creationId="{F2A5B123-ABC7-82B4-70FC-BECDBF8F3DE8}"/>
          </ac:picMkLst>
        </pc:picChg>
      </pc:sldChg>
      <pc:sldChg chg="modSp mod">
        <pc:chgData name="Tanav Singh" userId="65934f62ad710daa" providerId="LiveId" clId="{2BA39E23-D548-401C-8778-062A2D4F109D}" dt="2026-01-29T21:23:45.384" v="531" actId="20577"/>
        <pc:sldMkLst>
          <pc:docMk/>
          <pc:sldMk cId="1352372916" sldId="266"/>
        </pc:sldMkLst>
        <pc:spChg chg="mod">
          <ac:chgData name="Tanav Singh" userId="65934f62ad710daa" providerId="LiveId" clId="{2BA39E23-D548-401C-8778-062A2D4F109D}" dt="2026-01-29T21:23:45.384" v="531" actId="20577"/>
          <ac:spMkLst>
            <pc:docMk/>
            <pc:sldMk cId="1352372916" sldId="266"/>
            <ac:spMk id="3" creationId="{C264807A-47C8-B4A9-3BC9-BF946C40F0F5}"/>
          </ac:spMkLst>
        </pc:spChg>
      </pc:sldChg>
      <pc:sldChg chg="addSp delSp modSp new del mod">
        <pc:chgData name="Tanav Singh" userId="65934f62ad710daa" providerId="LiveId" clId="{2BA39E23-D548-401C-8778-062A2D4F109D}" dt="2026-01-29T15:48:37.386" v="20" actId="2696"/>
        <pc:sldMkLst>
          <pc:docMk/>
          <pc:sldMk cId="3234185344" sldId="267"/>
        </pc:sldMkLst>
        <pc:spChg chg="add mod">
          <ac:chgData name="Tanav Singh" userId="65934f62ad710daa" providerId="LiveId" clId="{2BA39E23-D548-401C-8778-062A2D4F109D}" dt="2026-01-29T15:42:19.034" v="16" actId="1076"/>
          <ac:spMkLst>
            <pc:docMk/>
            <pc:sldMk cId="3234185344" sldId="267"/>
            <ac:spMk id="2" creationId="{64F9FF60-D739-80E0-FE16-95E33586456B}"/>
          </ac:spMkLst>
        </pc:spChg>
        <pc:spChg chg="add del mod">
          <ac:chgData name="Tanav Singh" userId="65934f62ad710daa" providerId="LiveId" clId="{2BA39E23-D548-401C-8778-062A2D4F109D}" dt="2026-01-29T15:48:34.969" v="19"/>
          <ac:spMkLst>
            <pc:docMk/>
            <pc:sldMk cId="3234185344" sldId="267"/>
            <ac:spMk id="3" creationId="{D58B5A31-79A1-613A-EDBF-304ADCB37026}"/>
          </ac:spMkLst>
        </pc:spChg>
      </pc:sldChg>
      <pc:sldChg chg="new del">
        <pc:chgData name="Tanav Singh" userId="65934f62ad710daa" providerId="LiveId" clId="{2BA39E23-D548-401C-8778-062A2D4F109D}" dt="2026-01-29T15:39:35.669" v="2" actId="2696"/>
        <pc:sldMkLst>
          <pc:docMk/>
          <pc:sldMk cId="4037973156" sldId="267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360DB4-989A-4CC8-95E8-50D373312EF8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FFA879-9047-4551-B7C6-B4AAE4991404}">
      <dgm:prSet phldrT="[Text]"/>
      <dgm:spPr/>
      <dgm:t>
        <a:bodyPr/>
        <a:lstStyle/>
        <a:p>
          <a:r>
            <a:rPr lang="en-US" dirty="0">
              <a:solidFill>
                <a:schemeClr val="accent2">
                  <a:lumMod val="50000"/>
                </a:schemeClr>
              </a:solidFill>
            </a:rPr>
            <a:t>Audio Input</a:t>
          </a:r>
        </a:p>
      </dgm:t>
    </dgm:pt>
    <dgm:pt modelId="{87D58450-F398-4F32-BF5D-706AA6337EC2}" type="parTrans" cxnId="{72E308E1-FC37-452B-A95A-20C059F1E616}">
      <dgm:prSet/>
      <dgm:spPr/>
      <dgm:t>
        <a:bodyPr/>
        <a:lstStyle/>
        <a:p>
          <a:endParaRPr lang="en-US"/>
        </a:p>
      </dgm:t>
    </dgm:pt>
    <dgm:pt modelId="{71C61E09-2BF9-41DD-90DE-3341E32939D2}" type="sibTrans" cxnId="{72E308E1-FC37-452B-A95A-20C059F1E616}">
      <dgm:prSet/>
      <dgm:spPr/>
      <dgm:t>
        <a:bodyPr/>
        <a:lstStyle/>
        <a:p>
          <a:endParaRPr lang="en-US"/>
        </a:p>
      </dgm:t>
    </dgm:pt>
    <dgm:pt modelId="{5E613E6B-FA8D-4D39-8288-E33A5963C1B8}">
      <dgm:prSet phldrT="[Text]"/>
      <dgm:spPr/>
      <dgm:t>
        <a:bodyPr/>
        <a:lstStyle/>
        <a:p>
          <a:r>
            <a:rPr lang="en-US" dirty="0">
              <a:solidFill>
                <a:schemeClr val="accent2">
                  <a:lumMod val="50000"/>
                </a:schemeClr>
              </a:solidFill>
            </a:rPr>
            <a:t>Speech-to-Text Conversion</a:t>
          </a:r>
        </a:p>
      </dgm:t>
    </dgm:pt>
    <dgm:pt modelId="{420FE452-3CF4-4AF4-A13B-8BDB0EC0ADE1}" type="parTrans" cxnId="{A20B3215-38C8-4D07-8E37-F9A5CFCFC607}">
      <dgm:prSet/>
      <dgm:spPr/>
      <dgm:t>
        <a:bodyPr/>
        <a:lstStyle/>
        <a:p>
          <a:endParaRPr lang="en-US"/>
        </a:p>
      </dgm:t>
    </dgm:pt>
    <dgm:pt modelId="{61EBFE42-5A42-4700-8512-59B927104943}" type="sibTrans" cxnId="{A20B3215-38C8-4D07-8E37-F9A5CFCFC607}">
      <dgm:prSet/>
      <dgm:spPr/>
      <dgm:t>
        <a:bodyPr/>
        <a:lstStyle/>
        <a:p>
          <a:endParaRPr lang="en-US"/>
        </a:p>
      </dgm:t>
    </dgm:pt>
    <dgm:pt modelId="{088D2E9D-55F8-4C62-86CA-F6AF77C218E1}">
      <dgm:prSet phldrT="[Text]"/>
      <dgm:spPr/>
      <dgm:t>
        <a:bodyPr/>
        <a:lstStyle/>
        <a:p>
          <a:r>
            <a:rPr lang="en-US" dirty="0">
              <a:solidFill>
                <a:schemeClr val="accent2">
                  <a:lumMod val="50000"/>
                </a:schemeClr>
              </a:solidFill>
            </a:rPr>
            <a:t>Keyword &amp; Confidence Analysis</a:t>
          </a:r>
        </a:p>
      </dgm:t>
    </dgm:pt>
    <dgm:pt modelId="{65E0B2EE-805F-4B64-93C0-D1095701C7E5}" type="parTrans" cxnId="{640B2A5F-ABA7-4302-AD5F-5DBB57336B68}">
      <dgm:prSet/>
      <dgm:spPr/>
      <dgm:t>
        <a:bodyPr/>
        <a:lstStyle/>
        <a:p>
          <a:endParaRPr lang="en-US"/>
        </a:p>
      </dgm:t>
    </dgm:pt>
    <dgm:pt modelId="{556B5522-CCF0-4A54-AC7F-6BC47AFBCC70}" type="sibTrans" cxnId="{640B2A5F-ABA7-4302-AD5F-5DBB57336B68}">
      <dgm:prSet/>
      <dgm:spPr/>
      <dgm:t>
        <a:bodyPr/>
        <a:lstStyle/>
        <a:p>
          <a:endParaRPr lang="en-US"/>
        </a:p>
      </dgm:t>
    </dgm:pt>
    <dgm:pt modelId="{0BCF4294-60DA-4A2F-BBB4-E89489118AE6}">
      <dgm:prSet/>
      <dgm:spPr/>
      <dgm:t>
        <a:bodyPr/>
        <a:lstStyle/>
        <a:p>
          <a:r>
            <a:rPr lang="en-US" dirty="0">
              <a:solidFill>
                <a:schemeClr val="accent2">
                  <a:lumMod val="50000"/>
                </a:schemeClr>
              </a:solidFill>
            </a:rPr>
            <a:t>Emergency Confirmation</a:t>
          </a:r>
        </a:p>
      </dgm:t>
    </dgm:pt>
    <dgm:pt modelId="{8329E85B-B2F3-4708-BABD-F9681210388E}" type="parTrans" cxnId="{4E4C53DA-A885-4712-AF28-3BB1A8DDC1A0}">
      <dgm:prSet/>
      <dgm:spPr/>
      <dgm:t>
        <a:bodyPr/>
        <a:lstStyle/>
        <a:p>
          <a:endParaRPr lang="en-US"/>
        </a:p>
      </dgm:t>
    </dgm:pt>
    <dgm:pt modelId="{B205EEAD-DD62-476F-85A6-284AB09A0F37}" type="sibTrans" cxnId="{4E4C53DA-A885-4712-AF28-3BB1A8DDC1A0}">
      <dgm:prSet/>
      <dgm:spPr/>
      <dgm:t>
        <a:bodyPr/>
        <a:lstStyle/>
        <a:p>
          <a:endParaRPr lang="en-US"/>
        </a:p>
      </dgm:t>
    </dgm:pt>
    <dgm:pt modelId="{AF745FD5-D25A-4639-8CF9-D0792F595A40}">
      <dgm:prSet/>
      <dgm:spPr/>
    </dgm:pt>
    <dgm:pt modelId="{6BFABE69-095E-4CB4-839E-E8C6C66AEFF3}" type="parTrans" cxnId="{1B48724C-23C1-45F5-8612-5C3B211C43FD}">
      <dgm:prSet/>
      <dgm:spPr/>
      <dgm:t>
        <a:bodyPr/>
        <a:lstStyle/>
        <a:p>
          <a:endParaRPr lang="en-US"/>
        </a:p>
      </dgm:t>
    </dgm:pt>
    <dgm:pt modelId="{29A876F1-B70E-49A0-B55C-8B0220CF5250}" type="sibTrans" cxnId="{1B48724C-23C1-45F5-8612-5C3B211C43FD}">
      <dgm:prSet/>
      <dgm:spPr/>
      <dgm:t>
        <a:bodyPr/>
        <a:lstStyle/>
        <a:p>
          <a:endParaRPr lang="en-US"/>
        </a:p>
      </dgm:t>
    </dgm:pt>
    <dgm:pt modelId="{0A9F9B7C-7C4D-4412-A912-B64EFC95B306}">
      <dgm:prSet/>
      <dgm:spPr/>
      <dgm:t>
        <a:bodyPr/>
        <a:lstStyle/>
        <a:p>
          <a:r>
            <a:rPr lang="en-US" dirty="0">
              <a:solidFill>
                <a:schemeClr val="accent2">
                  <a:lumMod val="50000"/>
                </a:schemeClr>
              </a:solidFill>
            </a:rPr>
            <a:t>Automatic Action Trigger</a:t>
          </a:r>
        </a:p>
      </dgm:t>
    </dgm:pt>
    <dgm:pt modelId="{04D09CF4-EB71-477F-8B77-91699BDC561E}" type="parTrans" cxnId="{CE66FC44-F1DB-40B2-A998-C9943D2A75D0}">
      <dgm:prSet/>
      <dgm:spPr/>
      <dgm:t>
        <a:bodyPr/>
        <a:lstStyle/>
        <a:p>
          <a:endParaRPr lang="en-US"/>
        </a:p>
      </dgm:t>
    </dgm:pt>
    <dgm:pt modelId="{C903846E-6CE8-411E-ACA3-76EAD38E1BC5}" type="sibTrans" cxnId="{CE66FC44-F1DB-40B2-A998-C9943D2A75D0}">
      <dgm:prSet/>
      <dgm:spPr/>
      <dgm:t>
        <a:bodyPr/>
        <a:lstStyle/>
        <a:p>
          <a:endParaRPr lang="en-US"/>
        </a:p>
      </dgm:t>
    </dgm:pt>
    <dgm:pt modelId="{2305D4A2-83EA-4DF6-989A-DB93E982F18F}" type="pres">
      <dgm:prSet presAssocID="{71360DB4-989A-4CC8-95E8-50D373312EF8}" presName="outerComposite" presStyleCnt="0">
        <dgm:presLayoutVars>
          <dgm:chMax val="5"/>
          <dgm:dir/>
          <dgm:resizeHandles val="exact"/>
        </dgm:presLayoutVars>
      </dgm:prSet>
      <dgm:spPr/>
    </dgm:pt>
    <dgm:pt modelId="{B6F157B2-1A6B-4733-B909-7F6D8B60F1ED}" type="pres">
      <dgm:prSet presAssocID="{71360DB4-989A-4CC8-95E8-50D373312EF8}" presName="dummyMaxCanvas" presStyleCnt="0">
        <dgm:presLayoutVars/>
      </dgm:prSet>
      <dgm:spPr/>
    </dgm:pt>
    <dgm:pt modelId="{2BAA00E1-000A-4B61-9174-51CB8BAA35BD}" type="pres">
      <dgm:prSet presAssocID="{71360DB4-989A-4CC8-95E8-50D373312EF8}" presName="FiveNodes_1" presStyleLbl="node1" presStyleIdx="0" presStyleCnt="5">
        <dgm:presLayoutVars>
          <dgm:bulletEnabled val="1"/>
        </dgm:presLayoutVars>
      </dgm:prSet>
      <dgm:spPr/>
    </dgm:pt>
    <dgm:pt modelId="{ACEC02E6-41A9-46AC-8BEB-3103E474CEC6}" type="pres">
      <dgm:prSet presAssocID="{71360DB4-989A-4CC8-95E8-50D373312EF8}" presName="FiveNodes_2" presStyleLbl="node1" presStyleIdx="1" presStyleCnt="5">
        <dgm:presLayoutVars>
          <dgm:bulletEnabled val="1"/>
        </dgm:presLayoutVars>
      </dgm:prSet>
      <dgm:spPr/>
    </dgm:pt>
    <dgm:pt modelId="{37FFCE0C-7058-495B-A40D-F3263FE5BB8E}" type="pres">
      <dgm:prSet presAssocID="{71360DB4-989A-4CC8-95E8-50D373312EF8}" presName="FiveNodes_3" presStyleLbl="node1" presStyleIdx="2" presStyleCnt="5">
        <dgm:presLayoutVars>
          <dgm:bulletEnabled val="1"/>
        </dgm:presLayoutVars>
      </dgm:prSet>
      <dgm:spPr/>
    </dgm:pt>
    <dgm:pt modelId="{3F971ACA-6D8F-4D60-9602-6A145D90A440}" type="pres">
      <dgm:prSet presAssocID="{71360DB4-989A-4CC8-95E8-50D373312EF8}" presName="FiveNodes_4" presStyleLbl="node1" presStyleIdx="3" presStyleCnt="5">
        <dgm:presLayoutVars>
          <dgm:bulletEnabled val="1"/>
        </dgm:presLayoutVars>
      </dgm:prSet>
      <dgm:spPr/>
    </dgm:pt>
    <dgm:pt modelId="{962A2FDB-8241-44BC-B731-AC5629E9F8DC}" type="pres">
      <dgm:prSet presAssocID="{71360DB4-989A-4CC8-95E8-50D373312EF8}" presName="FiveNodes_5" presStyleLbl="node1" presStyleIdx="4" presStyleCnt="5">
        <dgm:presLayoutVars>
          <dgm:bulletEnabled val="1"/>
        </dgm:presLayoutVars>
      </dgm:prSet>
      <dgm:spPr/>
    </dgm:pt>
    <dgm:pt modelId="{97A7AA27-BA72-48CF-B486-B71D596ADB8B}" type="pres">
      <dgm:prSet presAssocID="{71360DB4-989A-4CC8-95E8-50D373312EF8}" presName="FiveConn_1-2" presStyleLbl="fgAccFollowNode1" presStyleIdx="0" presStyleCnt="4">
        <dgm:presLayoutVars>
          <dgm:bulletEnabled val="1"/>
        </dgm:presLayoutVars>
      </dgm:prSet>
      <dgm:spPr/>
    </dgm:pt>
    <dgm:pt modelId="{3653CD76-E2C4-4C41-A7F1-A49836EF92BF}" type="pres">
      <dgm:prSet presAssocID="{71360DB4-989A-4CC8-95E8-50D373312EF8}" presName="FiveConn_2-3" presStyleLbl="fgAccFollowNode1" presStyleIdx="1" presStyleCnt="4">
        <dgm:presLayoutVars>
          <dgm:bulletEnabled val="1"/>
        </dgm:presLayoutVars>
      </dgm:prSet>
      <dgm:spPr/>
    </dgm:pt>
    <dgm:pt modelId="{96A6407D-6748-4753-9204-A0CB51E7D614}" type="pres">
      <dgm:prSet presAssocID="{71360DB4-989A-4CC8-95E8-50D373312EF8}" presName="FiveConn_3-4" presStyleLbl="fgAccFollowNode1" presStyleIdx="2" presStyleCnt="4">
        <dgm:presLayoutVars>
          <dgm:bulletEnabled val="1"/>
        </dgm:presLayoutVars>
      </dgm:prSet>
      <dgm:spPr/>
    </dgm:pt>
    <dgm:pt modelId="{2A2448B4-6912-4D1F-9855-53F45C771F9E}" type="pres">
      <dgm:prSet presAssocID="{71360DB4-989A-4CC8-95E8-50D373312EF8}" presName="FiveConn_4-5" presStyleLbl="fgAccFollowNode1" presStyleIdx="3" presStyleCnt="4">
        <dgm:presLayoutVars>
          <dgm:bulletEnabled val="1"/>
        </dgm:presLayoutVars>
      </dgm:prSet>
      <dgm:spPr/>
    </dgm:pt>
    <dgm:pt modelId="{AD05CC70-4B9A-4DCB-87AB-BAC979E279BC}" type="pres">
      <dgm:prSet presAssocID="{71360DB4-989A-4CC8-95E8-50D373312EF8}" presName="FiveNodes_1_text" presStyleLbl="node1" presStyleIdx="4" presStyleCnt="5">
        <dgm:presLayoutVars>
          <dgm:bulletEnabled val="1"/>
        </dgm:presLayoutVars>
      </dgm:prSet>
      <dgm:spPr/>
    </dgm:pt>
    <dgm:pt modelId="{A35F7839-F42C-4278-885C-F42BEC1F7FA1}" type="pres">
      <dgm:prSet presAssocID="{71360DB4-989A-4CC8-95E8-50D373312EF8}" presName="FiveNodes_2_text" presStyleLbl="node1" presStyleIdx="4" presStyleCnt="5">
        <dgm:presLayoutVars>
          <dgm:bulletEnabled val="1"/>
        </dgm:presLayoutVars>
      </dgm:prSet>
      <dgm:spPr/>
    </dgm:pt>
    <dgm:pt modelId="{67148628-0B43-4C7D-8F6D-863695C4389D}" type="pres">
      <dgm:prSet presAssocID="{71360DB4-989A-4CC8-95E8-50D373312EF8}" presName="FiveNodes_3_text" presStyleLbl="node1" presStyleIdx="4" presStyleCnt="5">
        <dgm:presLayoutVars>
          <dgm:bulletEnabled val="1"/>
        </dgm:presLayoutVars>
      </dgm:prSet>
      <dgm:spPr/>
    </dgm:pt>
    <dgm:pt modelId="{5B2B691B-E3FE-49AF-8702-C3934CEFE736}" type="pres">
      <dgm:prSet presAssocID="{71360DB4-989A-4CC8-95E8-50D373312EF8}" presName="FiveNodes_4_text" presStyleLbl="node1" presStyleIdx="4" presStyleCnt="5">
        <dgm:presLayoutVars>
          <dgm:bulletEnabled val="1"/>
        </dgm:presLayoutVars>
      </dgm:prSet>
      <dgm:spPr/>
    </dgm:pt>
    <dgm:pt modelId="{9DFB1331-6E25-42C9-A38A-0C1832BD4090}" type="pres">
      <dgm:prSet presAssocID="{71360DB4-989A-4CC8-95E8-50D373312EF8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1C7B6206-60D0-43E1-B657-9749678CEC14}" type="presOf" srcId="{088D2E9D-55F8-4C62-86CA-F6AF77C218E1}" destId="{67148628-0B43-4C7D-8F6D-863695C4389D}" srcOrd="1" destOrd="0" presId="urn:microsoft.com/office/officeart/2005/8/layout/vProcess5"/>
    <dgm:cxn modelId="{D73A0F09-6031-4EA7-83A7-26123E4DC493}" type="presOf" srcId="{5E613E6B-FA8D-4D39-8288-E33A5963C1B8}" destId="{ACEC02E6-41A9-46AC-8BEB-3103E474CEC6}" srcOrd="0" destOrd="0" presId="urn:microsoft.com/office/officeart/2005/8/layout/vProcess5"/>
    <dgm:cxn modelId="{A20B3215-38C8-4D07-8E37-F9A5CFCFC607}" srcId="{71360DB4-989A-4CC8-95E8-50D373312EF8}" destId="{5E613E6B-FA8D-4D39-8288-E33A5963C1B8}" srcOrd="1" destOrd="0" parTransId="{420FE452-3CF4-4AF4-A13B-8BDB0EC0ADE1}" sibTransId="{61EBFE42-5A42-4700-8512-59B927104943}"/>
    <dgm:cxn modelId="{64111E1E-CFEC-4D1D-8419-2CFA94EAB629}" type="presOf" srcId="{0A9F9B7C-7C4D-4412-A912-B64EFC95B306}" destId="{962A2FDB-8241-44BC-B731-AC5629E9F8DC}" srcOrd="0" destOrd="0" presId="urn:microsoft.com/office/officeart/2005/8/layout/vProcess5"/>
    <dgm:cxn modelId="{79969339-2DE2-4498-8DC9-B97B82A75D17}" type="presOf" srcId="{61EBFE42-5A42-4700-8512-59B927104943}" destId="{3653CD76-E2C4-4C41-A7F1-A49836EF92BF}" srcOrd="0" destOrd="0" presId="urn:microsoft.com/office/officeart/2005/8/layout/vProcess5"/>
    <dgm:cxn modelId="{43600C3D-8ECB-4181-A84F-860DFAAF1050}" type="presOf" srcId="{0A9F9B7C-7C4D-4412-A912-B64EFC95B306}" destId="{9DFB1331-6E25-42C9-A38A-0C1832BD4090}" srcOrd="1" destOrd="0" presId="urn:microsoft.com/office/officeart/2005/8/layout/vProcess5"/>
    <dgm:cxn modelId="{AE95E73F-6BA6-46E4-853A-6F59BA759ED7}" type="presOf" srcId="{5E613E6B-FA8D-4D39-8288-E33A5963C1B8}" destId="{A35F7839-F42C-4278-885C-F42BEC1F7FA1}" srcOrd="1" destOrd="0" presId="urn:microsoft.com/office/officeart/2005/8/layout/vProcess5"/>
    <dgm:cxn modelId="{640B2A5F-ABA7-4302-AD5F-5DBB57336B68}" srcId="{71360DB4-989A-4CC8-95E8-50D373312EF8}" destId="{088D2E9D-55F8-4C62-86CA-F6AF77C218E1}" srcOrd="2" destOrd="0" parTransId="{65E0B2EE-805F-4B64-93C0-D1095701C7E5}" sibTransId="{556B5522-CCF0-4A54-AC7F-6BC47AFBCC70}"/>
    <dgm:cxn modelId="{CE66FC44-F1DB-40B2-A998-C9943D2A75D0}" srcId="{71360DB4-989A-4CC8-95E8-50D373312EF8}" destId="{0A9F9B7C-7C4D-4412-A912-B64EFC95B306}" srcOrd="4" destOrd="0" parTransId="{04D09CF4-EB71-477F-8B77-91699BDC561E}" sibTransId="{C903846E-6CE8-411E-ACA3-76EAD38E1BC5}"/>
    <dgm:cxn modelId="{23F28148-C5C2-4A67-886B-4F6DAFEF0D5D}" type="presOf" srcId="{0BCF4294-60DA-4A2F-BBB4-E89489118AE6}" destId="{5B2B691B-E3FE-49AF-8702-C3934CEFE736}" srcOrd="1" destOrd="0" presId="urn:microsoft.com/office/officeart/2005/8/layout/vProcess5"/>
    <dgm:cxn modelId="{1B48724C-23C1-45F5-8612-5C3B211C43FD}" srcId="{71360DB4-989A-4CC8-95E8-50D373312EF8}" destId="{AF745FD5-D25A-4639-8CF9-D0792F595A40}" srcOrd="5" destOrd="0" parTransId="{6BFABE69-095E-4CB4-839E-E8C6C66AEFF3}" sibTransId="{29A876F1-B70E-49A0-B55C-8B0220CF5250}"/>
    <dgm:cxn modelId="{7718926C-417A-45BC-A0FC-588FC866E074}" type="presOf" srcId="{71C61E09-2BF9-41DD-90DE-3341E32939D2}" destId="{97A7AA27-BA72-48CF-B486-B71D596ADB8B}" srcOrd="0" destOrd="0" presId="urn:microsoft.com/office/officeart/2005/8/layout/vProcess5"/>
    <dgm:cxn modelId="{2EA4964C-036C-419A-9CF3-F66FA7CA0886}" type="presOf" srcId="{16FFA879-9047-4551-B7C6-B4AAE4991404}" destId="{2BAA00E1-000A-4B61-9174-51CB8BAA35BD}" srcOrd="0" destOrd="0" presId="urn:microsoft.com/office/officeart/2005/8/layout/vProcess5"/>
    <dgm:cxn modelId="{68E41178-9170-4852-BA3F-4BBE95010C3D}" type="presOf" srcId="{0BCF4294-60DA-4A2F-BBB4-E89489118AE6}" destId="{3F971ACA-6D8F-4D60-9602-6A145D90A440}" srcOrd="0" destOrd="0" presId="urn:microsoft.com/office/officeart/2005/8/layout/vProcess5"/>
    <dgm:cxn modelId="{34587287-5F23-4B07-8579-FFEFFF9AE5D5}" type="presOf" srcId="{556B5522-CCF0-4A54-AC7F-6BC47AFBCC70}" destId="{96A6407D-6748-4753-9204-A0CB51E7D614}" srcOrd="0" destOrd="0" presId="urn:microsoft.com/office/officeart/2005/8/layout/vProcess5"/>
    <dgm:cxn modelId="{808D128F-C308-4BE9-A165-B54E5F6A310A}" type="presOf" srcId="{16FFA879-9047-4551-B7C6-B4AAE4991404}" destId="{AD05CC70-4B9A-4DCB-87AB-BAC979E279BC}" srcOrd="1" destOrd="0" presId="urn:microsoft.com/office/officeart/2005/8/layout/vProcess5"/>
    <dgm:cxn modelId="{C32E259B-41A4-4544-9E75-019A8A5E9182}" type="presOf" srcId="{088D2E9D-55F8-4C62-86CA-F6AF77C218E1}" destId="{37FFCE0C-7058-495B-A40D-F3263FE5BB8E}" srcOrd="0" destOrd="0" presId="urn:microsoft.com/office/officeart/2005/8/layout/vProcess5"/>
    <dgm:cxn modelId="{48AA02AD-A55F-4D4E-9362-ED0040EA394F}" type="presOf" srcId="{71360DB4-989A-4CC8-95E8-50D373312EF8}" destId="{2305D4A2-83EA-4DF6-989A-DB93E982F18F}" srcOrd="0" destOrd="0" presId="urn:microsoft.com/office/officeart/2005/8/layout/vProcess5"/>
    <dgm:cxn modelId="{4E4C53DA-A885-4712-AF28-3BB1A8DDC1A0}" srcId="{71360DB4-989A-4CC8-95E8-50D373312EF8}" destId="{0BCF4294-60DA-4A2F-BBB4-E89489118AE6}" srcOrd="3" destOrd="0" parTransId="{8329E85B-B2F3-4708-BABD-F9681210388E}" sibTransId="{B205EEAD-DD62-476F-85A6-284AB09A0F37}"/>
    <dgm:cxn modelId="{627B1BDC-FA03-4DC8-B3F9-00EBFE9F83DF}" type="presOf" srcId="{B205EEAD-DD62-476F-85A6-284AB09A0F37}" destId="{2A2448B4-6912-4D1F-9855-53F45C771F9E}" srcOrd="0" destOrd="0" presId="urn:microsoft.com/office/officeart/2005/8/layout/vProcess5"/>
    <dgm:cxn modelId="{72E308E1-FC37-452B-A95A-20C059F1E616}" srcId="{71360DB4-989A-4CC8-95E8-50D373312EF8}" destId="{16FFA879-9047-4551-B7C6-B4AAE4991404}" srcOrd="0" destOrd="0" parTransId="{87D58450-F398-4F32-BF5D-706AA6337EC2}" sibTransId="{71C61E09-2BF9-41DD-90DE-3341E32939D2}"/>
    <dgm:cxn modelId="{BC7582BC-5664-4B27-A1B8-A2D69B431209}" type="presParOf" srcId="{2305D4A2-83EA-4DF6-989A-DB93E982F18F}" destId="{B6F157B2-1A6B-4733-B909-7F6D8B60F1ED}" srcOrd="0" destOrd="0" presId="urn:microsoft.com/office/officeart/2005/8/layout/vProcess5"/>
    <dgm:cxn modelId="{D2608865-964E-4B11-A7E0-9FAB5F911585}" type="presParOf" srcId="{2305D4A2-83EA-4DF6-989A-DB93E982F18F}" destId="{2BAA00E1-000A-4B61-9174-51CB8BAA35BD}" srcOrd="1" destOrd="0" presId="urn:microsoft.com/office/officeart/2005/8/layout/vProcess5"/>
    <dgm:cxn modelId="{C19016E1-FD2E-4906-BBF2-879EE879E36D}" type="presParOf" srcId="{2305D4A2-83EA-4DF6-989A-DB93E982F18F}" destId="{ACEC02E6-41A9-46AC-8BEB-3103E474CEC6}" srcOrd="2" destOrd="0" presId="urn:microsoft.com/office/officeart/2005/8/layout/vProcess5"/>
    <dgm:cxn modelId="{004BDBAC-C0A1-497A-9969-81E8166BD05A}" type="presParOf" srcId="{2305D4A2-83EA-4DF6-989A-DB93E982F18F}" destId="{37FFCE0C-7058-495B-A40D-F3263FE5BB8E}" srcOrd="3" destOrd="0" presId="urn:microsoft.com/office/officeart/2005/8/layout/vProcess5"/>
    <dgm:cxn modelId="{303A9D74-2EE4-4B95-B74D-07101CC4E63B}" type="presParOf" srcId="{2305D4A2-83EA-4DF6-989A-DB93E982F18F}" destId="{3F971ACA-6D8F-4D60-9602-6A145D90A440}" srcOrd="4" destOrd="0" presId="urn:microsoft.com/office/officeart/2005/8/layout/vProcess5"/>
    <dgm:cxn modelId="{502B299C-BE1B-4289-BC1B-23180DE6496C}" type="presParOf" srcId="{2305D4A2-83EA-4DF6-989A-DB93E982F18F}" destId="{962A2FDB-8241-44BC-B731-AC5629E9F8DC}" srcOrd="5" destOrd="0" presId="urn:microsoft.com/office/officeart/2005/8/layout/vProcess5"/>
    <dgm:cxn modelId="{0A0DBA19-7734-4A3B-96EE-20BBB76BBAF4}" type="presParOf" srcId="{2305D4A2-83EA-4DF6-989A-DB93E982F18F}" destId="{97A7AA27-BA72-48CF-B486-B71D596ADB8B}" srcOrd="6" destOrd="0" presId="urn:microsoft.com/office/officeart/2005/8/layout/vProcess5"/>
    <dgm:cxn modelId="{9DC9D9A4-BDEB-4C1C-8D28-9958DCB04E77}" type="presParOf" srcId="{2305D4A2-83EA-4DF6-989A-DB93E982F18F}" destId="{3653CD76-E2C4-4C41-A7F1-A49836EF92BF}" srcOrd="7" destOrd="0" presId="urn:microsoft.com/office/officeart/2005/8/layout/vProcess5"/>
    <dgm:cxn modelId="{3570D5F6-849F-454C-BA45-099371132137}" type="presParOf" srcId="{2305D4A2-83EA-4DF6-989A-DB93E982F18F}" destId="{96A6407D-6748-4753-9204-A0CB51E7D614}" srcOrd="8" destOrd="0" presId="urn:microsoft.com/office/officeart/2005/8/layout/vProcess5"/>
    <dgm:cxn modelId="{201096F4-D02F-41B4-B94D-D52F5532F85B}" type="presParOf" srcId="{2305D4A2-83EA-4DF6-989A-DB93E982F18F}" destId="{2A2448B4-6912-4D1F-9855-53F45C771F9E}" srcOrd="9" destOrd="0" presId="urn:microsoft.com/office/officeart/2005/8/layout/vProcess5"/>
    <dgm:cxn modelId="{B6EB29A7-8B4E-4438-B02C-19EFD9EDA3D7}" type="presParOf" srcId="{2305D4A2-83EA-4DF6-989A-DB93E982F18F}" destId="{AD05CC70-4B9A-4DCB-87AB-BAC979E279BC}" srcOrd="10" destOrd="0" presId="urn:microsoft.com/office/officeart/2005/8/layout/vProcess5"/>
    <dgm:cxn modelId="{B18C8CE7-048A-4202-B879-93F6B264266D}" type="presParOf" srcId="{2305D4A2-83EA-4DF6-989A-DB93E982F18F}" destId="{A35F7839-F42C-4278-885C-F42BEC1F7FA1}" srcOrd="11" destOrd="0" presId="urn:microsoft.com/office/officeart/2005/8/layout/vProcess5"/>
    <dgm:cxn modelId="{DD9862D5-A258-427F-A34C-CF28A153AEB8}" type="presParOf" srcId="{2305D4A2-83EA-4DF6-989A-DB93E982F18F}" destId="{67148628-0B43-4C7D-8F6D-863695C4389D}" srcOrd="12" destOrd="0" presId="urn:microsoft.com/office/officeart/2005/8/layout/vProcess5"/>
    <dgm:cxn modelId="{81ACD16A-DA38-41FA-A47E-398B01DD4CF7}" type="presParOf" srcId="{2305D4A2-83EA-4DF6-989A-DB93E982F18F}" destId="{5B2B691B-E3FE-49AF-8702-C3934CEFE736}" srcOrd="13" destOrd="0" presId="urn:microsoft.com/office/officeart/2005/8/layout/vProcess5"/>
    <dgm:cxn modelId="{CA3539FC-F301-482C-B547-4D7F6083D97A}" type="presParOf" srcId="{2305D4A2-83EA-4DF6-989A-DB93E982F18F}" destId="{9DFB1331-6E25-42C9-A38A-0C1832BD4090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AA00E1-000A-4B61-9174-51CB8BAA35BD}">
      <dsp:nvSpPr>
        <dsp:cNvPr id="0" name=""/>
        <dsp:cNvSpPr/>
      </dsp:nvSpPr>
      <dsp:spPr>
        <a:xfrm>
          <a:off x="0" y="0"/>
          <a:ext cx="3437160" cy="6873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accent2">
                  <a:lumMod val="50000"/>
                </a:schemeClr>
              </a:solidFill>
            </a:rPr>
            <a:t>Audio Input</a:t>
          </a:r>
        </a:p>
      </dsp:txBody>
      <dsp:txXfrm>
        <a:off x="20131" y="20131"/>
        <a:ext cx="2615050" cy="647077"/>
      </dsp:txXfrm>
    </dsp:sp>
    <dsp:sp modelId="{ACEC02E6-41A9-46AC-8BEB-3103E474CEC6}">
      <dsp:nvSpPr>
        <dsp:cNvPr id="0" name=""/>
        <dsp:cNvSpPr/>
      </dsp:nvSpPr>
      <dsp:spPr>
        <a:xfrm>
          <a:off x="256671" y="782802"/>
          <a:ext cx="3437160" cy="6873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accent2">
                  <a:lumMod val="50000"/>
                </a:schemeClr>
              </a:solidFill>
            </a:rPr>
            <a:t>Speech-to-Text Conversion</a:t>
          </a:r>
        </a:p>
      </dsp:txBody>
      <dsp:txXfrm>
        <a:off x="276802" y="802933"/>
        <a:ext cx="2693457" cy="647077"/>
      </dsp:txXfrm>
    </dsp:sp>
    <dsp:sp modelId="{37FFCE0C-7058-495B-A40D-F3263FE5BB8E}">
      <dsp:nvSpPr>
        <dsp:cNvPr id="0" name=""/>
        <dsp:cNvSpPr/>
      </dsp:nvSpPr>
      <dsp:spPr>
        <a:xfrm>
          <a:off x="513342" y="1565605"/>
          <a:ext cx="3437160" cy="6873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accent2">
                  <a:lumMod val="50000"/>
                </a:schemeClr>
              </a:solidFill>
            </a:rPr>
            <a:t>Keyword &amp; Confidence Analysis</a:t>
          </a:r>
        </a:p>
      </dsp:txBody>
      <dsp:txXfrm>
        <a:off x="533473" y="1585736"/>
        <a:ext cx="2693457" cy="647077"/>
      </dsp:txXfrm>
    </dsp:sp>
    <dsp:sp modelId="{3F971ACA-6D8F-4D60-9602-6A145D90A440}">
      <dsp:nvSpPr>
        <dsp:cNvPr id="0" name=""/>
        <dsp:cNvSpPr/>
      </dsp:nvSpPr>
      <dsp:spPr>
        <a:xfrm>
          <a:off x="770013" y="2348408"/>
          <a:ext cx="3437160" cy="6873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accent2">
                  <a:lumMod val="50000"/>
                </a:schemeClr>
              </a:solidFill>
            </a:rPr>
            <a:t>Emergency Confirmation</a:t>
          </a:r>
        </a:p>
      </dsp:txBody>
      <dsp:txXfrm>
        <a:off x="790144" y="2368539"/>
        <a:ext cx="2693457" cy="647076"/>
      </dsp:txXfrm>
    </dsp:sp>
    <dsp:sp modelId="{962A2FDB-8241-44BC-B731-AC5629E9F8DC}">
      <dsp:nvSpPr>
        <dsp:cNvPr id="0" name=""/>
        <dsp:cNvSpPr/>
      </dsp:nvSpPr>
      <dsp:spPr>
        <a:xfrm>
          <a:off x="1026684" y="3131211"/>
          <a:ext cx="3437160" cy="6873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accent2">
                  <a:lumMod val="50000"/>
                </a:schemeClr>
              </a:solidFill>
            </a:rPr>
            <a:t>Automatic Action Trigger</a:t>
          </a:r>
        </a:p>
      </dsp:txBody>
      <dsp:txXfrm>
        <a:off x="1046815" y="3151342"/>
        <a:ext cx="2693457" cy="647077"/>
      </dsp:txXfrm>
    </dsp:sp>
    <dsp:sp modelId="{97A7AA27-BA72-48CF-B486-B71D596ADB8B}">
      <dsp:nvSpPr>
        <dsp:cNvPr id="0" name=""/>
        <dsp:cNvSpPr/>
      </dsp:nvSpPr>
      <dsp:spPr>
        <a:xfrm>
          <a:off x="2990390" y="502139"/>
          <a:ext cx="446770" cy="44677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3090913" y="502139"/>
        <a:ext cx="245724" cy="336194"/>
      </dsp:txXfrm>
    </dsp:sp>
    <dsp:sp modelId="{3653CD76-E2C4-4C41-A7F1-A49836EF92BF}">
      <dsp:nvSpPr>
        <dsp:cNvPr id="0" name=""/>
        <dsp:cNvSpPr/>
      </dsp:nvSpPr>
      <dsp:spPr>
        <a:xfrm>
          <a:off x="3247061" y="1284942"/>
          <a:ext cx="446770" cy="44677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3347584" y="1284942"/>
        <a:ext cx="245724" cy="336194"/>
      </dsp:txXfrm>
    </dsp:sp>
    <dsp:sp modelId="{96A6407D-6748-4753-9204-A0CB51E7D614}">
      <dsp:nvSpPr>
        <dsp:cNvPr id="0" name=""/>
        <dsp:cNvSpPr/>
      </dsp:nvSpPr>
      <dsp:spPr>
        <a:xfrm>
          <a:off x="3503732" y="2056289"/>
          <a:ext cx="446770" cy="44677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3604255" y="2056289"/>
        <a:ext cx="245724" cy="336194"/>
      </dsp:txXfrm>
    </dsp:sp>
    <dsp:sp modelId="{2A2448B4-6912-4D1F-9855-53F45C771F9E}">
      <dsp:nvSpPr>
        <dsp:cNvPr id="0" name=""/>
        <dsp:cNvSpPr/>
      </dsp:nvSpPr>
      <dsp:spPr>
        <a:xfrm>
          <a:off x="3760403" y="2846729"/>
          <a:ext cx="446770" cy="44677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3860926" y="2846729"/>
        <a:ext cx="245724" cy="3361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6473D-8C78-72A7-3CAA-4DB5429625E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4537869" y="155603"/>
            <a:ext cx="3116262" cy="828622"/>
          </a:xfrm>
        </p:spPr>
        <p:txBody>
          <a:bodyPr>
            <a:noAutofit/>
          </a:bodyPr>
          <a:lstStyle/>
          <a:p>
            <a:r>
              <a:rPr lang="en-US" sz="5400" b="1" u="sng" dirty="0"/>
              <a:t>HearMe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9216E6-336A-E08D-83CA-BEE2DA31EA4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4434349" y="864574"/>
            <a:ext cx="3677264" cy="82862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00" b="1" dirty="0"/>
              <a:t>AI Based Emergency Website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35A637-D916-1788-9852-B8733A80BB8A}"/>
              </a:ext>
            </a:extLst>
          </p:cNvPr>
          <p:cNvSpPr txBox="1"/>
          <p:nvPr/>
        </p:nvSpPr>
        <p:spPr>
          <a:xfrm>
            <a:off x="1553497" y="3943117"/>
            <a:ext cx="57617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MEMBERS</a:t>
            </a:r>
          </a:p>
          <a:p>
            <a:endParaRPr lang="en-US" sz="2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Priyanshu Singh – Leader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Amarjeet Singh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Shivansh Swami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Tanav Singh</a:t>
            </a:r>
          </a:p>
          <a:p>
            <a:endParaRPr lang="en-US" sz="2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53DD23-01E9-8F08-CF92-E087DF1684DE}"/>
              </a:ext>
            </a:extLst>
          </p:cNvPr>
          <p:cNvSpPr txBox="1"/>
          <p:nvPr/>
        </p:nvSpPr>
        <p:spPr>
          <a:xfrm>
            <a:off x="1553497" y="1955839"/>
            <a:ext cx="29988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NAME</a:t>
            </a:r>
          </a:p>
          <a:p>
            <a:endParaRPr lang="en-US" sz="2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Alpha Coder’s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4704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D4996B-E96B-28E6-6F41-F2644B0336A6}"/>
              </a:ext>
            </a:extLst>
          </p:cNvPr>
          <p:cNvSpPr txBox="1"/>
          <p:nvPr/>
        </p:nvSpPr>
        <p:spPr>
          <a:xfrm>
            <a:off x="1602657" y="501445"/>
            <a:ext cx="8819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u="sng" dirty="0"/>
              <a:t>PROJECT: HearMe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BB8B8-01CF-304F-4C90-1B1DCC09C034}"/>
              </a:ext>
            </a:extLst>
          </p:cNvPr>
          <p:cNvSpPr txBox="1"/>
          <p:nvPr/>
        </p:nvSpPr>
        <p:spPr>
          <a:xfrm>
            <a:off x="1528915" y="3008672"/>
            <a:ext cx="896701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Hands-Free Emergency Detection System</a:t>
            </a:r>
          </a:p>
          <a:p>
            <a:endParaRPr lang="en-US" sz="2800" b="1" u="sng" dirty="0"/>
          </a:p>
          <a:p>
            <a:r>
              <a:rPr lang="en-US" sz="2000" dirty="0"/>
              <a:t>An AI-powered mobile application that detects emergency situations through voice keywords and automatically triggers help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788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BED072-4605-4C4F-F42D-DA77A426A497}"/>
              </a:ext>
            </a:extLst>
          </p:cNvPr>
          <p:cNvSpPr txBox="1"/>
          <p:nvPr/>
        </p:nvSpPr>
        <p:spPr>
          <a:xfrm>
            <a:off x="2984090" y="678426"/>
            <a:ext cx="62238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/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DE76C8-1AA7-7363-79A0-B47168600055}"/>
              </a:ext>
            </a:extLst>
          </p:cNvPr>
          <p:cNvSpPr txBox="1"/>
          <p:nvPr/>
        </p:nvSpPr>
        <p:spPr>
          <a:xfrm>
            <a:off x="1858297" y="2389239"/>
            <a:ext cx="6390968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Real-World Problem</a:t>
            </a:r>
          </a:p>
          <a:p>
            <a:endParaRPr lang="en-US" sz="2400" b="1" u="sng" dirty="0"/>
          </a:p>
          <a:p>
            <a:r>
              <a:rPr lang="en-US" sz="2000" dirty="0"/>
              <a:t>During emergencies such as accidents, medical attacks, or assaults: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Users cannot unlock phones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Apps require manual interaction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Panic prevents quick response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dirty="0"/>
              <a:t>❌ Existing emergency apps fail because they depend on button clicks and internet access.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445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FFC6DD-ABDF-29BA-8BCC-7F20610908DD}"/>
              </a:ext>
            </a:extLst>
          </p:cNvPr>
          <p:cNvSpPr txBox="1"/>
          <p:nvPr/>
        </p:nvSpPr>
        <p:spPr>
          <a:xfrm>
            <a:off x="3131574" y="432656"/>
            <a:ext cx="59288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/>
              <a:t>PROPOSED 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112659-2B77-5F5F-671D-F2756CDA1BFC}"/>
              </a:ext>
            </a:extLst>
          </p:cNvPr>
          <p:cNvSpPr txBox="1"/>
          <p:nvPr/>
        </p:nvSpPr>
        <p:spPr>
          <a:xfrm>
            <a:off x="1553497" y="2151727"/>
            <a:ext cx="684325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Our Solution</a:t>
            </a:r>
          </a:p>
          <a:p>
            <a:r>
              <a:rPr lang="en-US" sz="2000" dirty="0"/>
              <a:t>An AI-based mobile application that: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Continuously listens in the background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Detects emergency keywords in human voice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Automatically triggers help without user interaction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dirty="0"/>
              <a:t>✅ No clicks. No typing. Just speak.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0453B6-CD80-09A4-1429-671E74BB9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223" y="3771561"/>
            <a:ext cx="3925194" cy="297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852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CA72A6-C44E-0D4D-1794-99E4581B50B8}"/>
              </a:ext>
            </a:extLst>
          </p:cNvPr>
          <p:cNvSpPr txBox="1"/>
          <p:nvPr/>
        </p:nvSpPr>
        <p:spPr>
          <a:xfrm>
            <a:off x="2625213" y="304800"/>
            <a:ext cx="69317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/>
              <a:t>HOW THE SYSTEM 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0CDC2D-3C6B-5E1C-8625-C9597627E5A7}"/>
              </a:ext>
            </a:extLst>
          </p:cNvPr>
          <p:cNvSpPr txBox="1"/>
          <p:nvPr/>
        </p:nvSpPr>
        <p:spPr>
          <a:xfrm>
            <a:off x="1769806" y="2163097"/>
            <a:ext cx="4365523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System Workflow</a:t>
            </a:r>
          </a:p>
          <a:p>
            <a:endParaRPr lang="en-US" sz="2400" b="1" u="sng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App listens to microphone in background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Speech is converted to text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AI analyzes keywords and voice stress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Emergency is confirmed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Location is shared and help is triggered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26771C-F61C-7DF7-23CA-6AC18C886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329" y="1209368"/>
            <a:ext cx="5122606" cy="525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406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12C293-7205-E74F-169C-3C8B2318B887}"/>
              </a:ext>
            </a:extLst>
          </p:cNvPr>
          <p:cNvSpPr txBox="1"/>
          <p:nvPr/>
        </p:nvSpPr>
        <p:spPr>
          <a:xfrm>
            <a:off x="3362632" y="295005"/>
            <a:ext cx="54667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/>
              <a:t>AI LOGIC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5BD437-A005-EBFA-DF0F-0F511D45C91D}"/>
              </a:ext>
            </a:extLst>
          </p:cNvPr>
          <p:cNvSpPr txBox="1"/>
          <p:nvPr/>
        </p:nvSpPr>
        <p:spPr>
          <a:xfrm>
            <a:off x="1347018" y="1504336"/>
            <a:ext cx="38345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AI Decision Process</a:t>
            </a:r>
          </a:p>
          <a:p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5BC4AC28-F2A2-CD16-0FDE-256B424752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5367600"/>
              </p:ext>
            </p:extLst>
          </p:nvPr>
        </p:nvGraphicFramePr>
        <p:xfrm>
          <a:off x="2379405" y="2478974"/>
          <a:ext cx="4463845" cy="3818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6270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D0A17E-0FBE-7FF8-50A2-336AA04F1502}"/>
              </a:ext>
            </a:extLst>
          </p:cNvPr>
          <p:cNvSpPr txBox="1"/>
          <p:nvPr/>
        </p:nvSpPr>
        <p:spPr>
          <a:xfrm>
            <a:off x="2723535" y="363794"/>
            <a:ext cx="77084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/>
              <a:t>EMERGENCY KEYWORDS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168CBD-EEDE-91B2-E7F2-8D028CB65E8A}"/>
              </a:ext>
            </a:extLst>
          </p:cNvPr>
          <p:cNvSpPr txBox="1"/>
          <p:nvPr/>
        </p:nvSpPr>
        <p:spPr>
          <a:xfrm>
            <a:off x="1917290" y="2064774"/>
            <a:ext cx="585019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Detected Keywords</a:t>
            </a:r>
          </a:p>
          <a:p>
            <a:endParaRPr lang="en-US" sz="2400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Bachao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Accident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Police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The system checks for </a:t>
            </a:r>
            <a:r>
              <a:rPr lang="en-US" b="1" dirty="0"/>
              <a:t>repetition, stress level, and confidence score</a:t>
            </a:r>
            <a:r>
              <a:rPr lang="en-US" dirty="0"/>
              <a:t> before triggering alerts.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9DD8BC-B5C6-1F29-D2D6-01DDF7A3B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268" y="1469239"/>
            <a:ext cx="4418572" cy="299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500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D79B9B-EA13-4AEC-46B8-7E0AD45128CD}"/>
              </a:ext>
            </a:extLst>
          </p:cNvPr>
          <p:cNvSpPr txBox="1"/>
          <p:nvPr/>
        </p:nvSpPr>
        <p:spPr>
          <a:xfrm>
            <a:off x="2349910" y="521110"/>
            <a:ext cx="76986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/>
              <a:t>FALSE ALARM PREVENTION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3B1912-4294-FB48-AEEB-26D129E70932}"/>
              </a:ext>
            </a:extLst>
          </p:cNvPr>
          <p:cNvSpPr txBox="1"/>
          <p:nvPr/>
        </p:nvSpPr>
        <p:spPr>
          <a:xfrm>
            <a:off x="2015612" y="1650620"/>
            <a:ext cx="6154994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How False Alerts Are Avoided</a:t>
            </a:r>
          </a:p>
          <a:p>
            <a:endParaRPr lang="en-US" sz="2400" b="1" u="sng" dirty="0"/>
          </a:p>
          <a:p>
            <a:r>
              <a:rPr lang="en-US" dirty="0">
                <a:solidFill>
                  <a:srgbClr val="00B0F0"/>
                </a:solidFill>
              </a:rPr>
              <a:t>✔</a:t>
            </a:r>
            <a:r>
              <a:rPr lang="en-US" dirty="0"/>
              <a:t> Keyword must be repeated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✔</a:t>
            </a:r>
            <a:r>
              <a:rPr lang="en-US" dirty="0"/>
              <a:t> Voice must indicate stress or panic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✔</a:t>
            </a:r>
            <a:r>
              <a:rPr lang="en-US" dirty="0"/>
              <a:t> Time window validation (5–10 seconds)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✔</a:t>
            </a:r>
            <a:r>
              <a:rPr lang="en-US" dirty="0"/>
              <a:t> Confidence threshold check</a:t>
            </a:r>
          </a:p>
          <a:p>
            <a:endParaRPr lang="en-US" dirty="0"/>
          </a:p>
          <a:p>
            <a:r>
              <a:rPr lang="en-US" dirty="0"/>
              <a:t>A single casual word does not activate emergency mode.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49352B-829B-2F76-2F71-461C59F36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685" y="4420609"/>
            <a:ext cx="6953250" cy="214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79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72135F-530F-7973-8069-B94452F0E3B2}"/>
              </a:ext>
            </a:extLst>
          </p:cNvPr>
          <p:cNvSpPr txBox="1"/>
          <p:nvPr/>
        </p:nvSpPr>
        <p:spPr>
          <a:xfrm>
            <a:off x="3072580" y="344129"/>
            <a:ext cx="604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/>
              <a:t>TECHNOLOGY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569CFA-6588-8605-9382-B422361B970B}"/>
              </a:ext>
            </a:extLst>
          </p:cNvPr>
          <p:cNvSpPr txBox="1"/>
          <p:nvPr/>
        </p:nvSpPr>
        <p:spPr>
          <a:xfrm>
            <a:off x="1838632" y="1897625"/>
            <a:ext cx="2998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Tech Stack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492777-1687-D939-D4D1-5219D7F6C651}"/>
              </a:ext>
            </a:extLst>
          </p:cNvPr>
          <p:cNvSpPr txBox="1"/>
          <p:nvPr/>
        </p:nvSpPr>
        <p:spPr>
          <a:xfrm>
            <a:off x="1956618" y="3126658"/>
            <a:ext cx="47588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Frontend:</a:t>
            </a:r>
            <a:r>
              <a:rPr lang="en-US" dirty="0"/>
              <a:t> HTML, CSS, JS, React</a:t>
            </a:r>
            <a:br>
              <a:rPr lang="en-US" dirty="0"/>
            </a:br>
            <a:r>
              <a:rPr lang="en-US" b="1" dirty="0"/>
              <a:t>AI:</a:t>
            </a:r>
            <a:r>
              <a:rPr lang="en-US" dirty="0"/>
              <a:t> Speech-to-Text API, NLP logic</a:t>
            </a:r>
            <a:br>
              <a:rPr lang="en-US" dirty="0"/>
            </a:br>
            <a:r>
              <a:rPr lang="en-US" b="1" dirty="0"/>
              <a:t>Backend:</a:t>
            </a:r>
            <a:r>
              <a:rPr lang="en-US" dirty="0"/>
              <a:t> Flask, Basic ML</a:t>
            </a:r>
            <a:br>
              <a:rPr lang="en-US" dirty="0"/>
            </a:br>
            <a:r>
              <a:rPr lang="en-US" b="1" dirty="0"/>
              <a:t>APIs:</a:t>
            </a:r>
            <a:r>
              <a:rPr lang="en-US" dirty="0"/>
              <a:t> GPS Location, SMS 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A5B123-ABC7-82B4-70FC-BECDBF8F3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246" y="1759974"/>
            <a:ext cx="5286553" cy="433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360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454000-BA71-A556-C088-4F5B5BB3D763}"/>
              </a:ext>
            </a:extLst>
          </p:cNvPr>
          <p:cNvSpPr txBox="1"/>
          <p:nvPr/>
        </p:nvSpPr>
        <p:spPr>
          <a:xfrm>
            <a:off x="2118851" y="393290"/>
            <a:ext cx="7954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/>
              <a:t>ADVANTAGES &amp; IMPACT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6D02F9-CDCF-4EE0-B6F5-673C18E9232B}"/>
              </a:ext>
            </a:extLst>
          </p:cNvPr>
          <p:cNvSpPr txBox="1"/>
          <p:nvPr/>
        </p:nvSpPr>
        <p:spPr>
          <a:xfrm>
            <a:off x="2118851" y="2458065"/>
            <a:ext cx="563880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Why This Project Matters</a:t>
            </a:r>
          </a:p>
          <a:p>
            <a:endParaRPr lang="en-US" sz="2400" b="1" u="sng" dirty="0"/>
          </a:p>
          <a:p>
            <a:r>
              <a:rPr lang="en-US" dirty="0">
                <a:solidFill>
                  <a:srgbClr val="00B0F0"/>
                </a:solidFill>
              </a:rPr>
              <a:t>✔</a:t>
            </a:r>
            <a:r>
              <a:rPr lang="en-US" dirty="0"/>
              <a:t> Works hands-free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✔</a:t>
            </a:r>
            <a:r>
              <a:rPr lang="en-US" dirty="0"/>
              <a:t> Saves critical response time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✔</a:t>
            </a:r>
            <a:r>
              <a:rPr lang="en-US" dirty="0"/>
              <a:t> Minimal user effort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✔</a:t>
            </a:r>
            <a:r>
              <a:rPr lang="en-US" dirty="0"/>
              <a:t> High real-world impact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✔</a:t>
            </a:r>
            <a:r>
              <a:rPr lang="en-US" dirty="0"/>
              <a:t> Hackathon-friendly implementation</a:t>
            </a:r>
          </a:p>
          <a:p>
            <a:endParaRPr lang="en-US" dirty="0"/>
          </a:p>
          <a:p>
            <a:r>
              <a:rPr lang="en-US" i="1" dirty="0"/>
              <a:t>A simple solution designed to save lives.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455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28FE1C-4DD6-BFC2-4529-509EAFAC4FD9}"/>
              </a:ext>
            </a:extLst>
          </p:cNvPr>
          <p:cNvSpPr txBox="1"/>
          <p:nvPr/>
        </p:nvSpPr>
        <p:spPr>
          <a:xfrm>
            <a:off x="2831690" y="540774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64807A-47C8-B4A9-3BC9-BF946C40F0F5}"/>
              </a:ext>
            </a:extLst>
          </p:cNvPr>
          <p:cNvSpPr txBox="1"/>
          <p:nvPr/>
        </p:nvSpPr>
        <p:spPr>
          <a:xfrm>
            <a:off x="1759973" y="2625213"/>
            <a:ext cx="90063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HearMe provides a fast, reliable, and intelligent way to seek help during emergencies using only voice commands — when every second matters.</a:t>
            </a:r>
          </a:p>
        </p:txBody>
      </p:sp>
    </p:spTree>
    <p:extLst>
      <p:ext uri="{BB962C8B-B14F-4D97-AF65-F5344CB8AC3E}">
        <p14:creationId xmlns:p14="http://schemas.microsoft.com/office/powerpoint/2010/main" val="13523729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{0CEF304B-96AB-496E-AB48-F546AF4FE980}TF37254b02-f5b5-44b0-803d-e6af9466a024d8712c6d-28d3f990fef7</Template>
  <TotalTime>228</TotalTime>
  <Words>348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MS Shell Dlg 2</vt:lpstr>
      <vt:lpstr>Wingdings</vt:lpstr>
      <vt:lpstr>Wingdings 3</vt:lpstr>
      <vt:lpstr>Madison</vt:lpstr>
      <vt:lpstr>HearMe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Tanav Singh</dc:creator>
  <cp:lastModifiedBy>Tanav Singh</cp:lastModifiedBy>
  <cp:revision>1</cp:revision>
  <dcterms:created xsi:type="dcterms:W3CDTF">2026-01-29T12:51:35Z</dcterms:created>
  <dcterms:modified xsi:type="dcterms:W3CDTF">2026-01-29T21:31:43Z</dcterms:modified>
</cp:coreProperties>
</file>